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1" r:id="rId3"/>
    <p:sldId id="263" r:id="rId4"/>
    <p:sldId id="265" r:id="rId5"/>
    <p:sldId id="264" r:id="rId6"/>
    <p:sldId id="266" r:id="rId7"/>
    <p:sldId id="282" r:id="rId8"/>
    <p:sldId id="267" r:id="rId9"/>
    <p:sldId id="283" r:id="rId10"/>
    <p:sldId id="285" r:id="rId11"/>
    <p:sldId id="286" r:id="rId12"/>
    <p:sldId id="299" r:id="rId13"/>
    <p:sldId id="276" r:id="rId14"/>
    <p:sldId id="298" r:id="rId15"/>
    <p:sldId id="259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374" autoAdjust="0"/>
  </p:normalViewPr>
  <p:slideViewPr>
    <p:cSldViewPr snapToGrid="0">
      <p:cViewPr>
        <p:scale>
          <a:sx n="75" d="100"/>
          <a:sy n="75" d="100"/>
        </p:scale>
        <p:origin x="102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a Anthati" userId="f9ecf3af6df0c820" providerId="LiveId" clId="{64E1D875-8130-4D9E-9C60-64953333DDFA}"/>
    <pc:docChg chg="undo custSel addSld delSld modSld">
      <pc:chgData name="Anusha Anthati" userId="f9ecf3af6df0c820" providerId="LiveId" clId="{64E1D875-8130-4D9E-9C60-64953333DDFA}" dt="2025-11-08T03:29:06.164" v="11832" actId="20577"/>
      <pc:docMkLst>
        <pc:docMk/>
      </pc:docMkLst>
      <pc:sldChg chg="addSp delSp modSp mod">
        <pc:chgData name="Anusha Anthati" userId="f9ecf3af6df0c820" providerId="LiveId" clId="{64E1D875-8130-4D9E-9C60-64953333DDFA}" dt="2025-11-07T18:22:37.659" v="11827" actId="1076"/>
        <pc:sldMkLst>
          <pc:docMk/>
          <pc:sldMk cId="0" sldId="256"/>
        </pc:sldMkLst>
        <pc:spChg chg="mod">
          <ac:chgData name="Anusha Anthati" userId="f9ecf3af6df0c820" providerId="LiveId" clId="{64E1D875-8130-4D9E-9C60-64953333DDFA}" dt="2025-11-07T08:40:18.567" v="2435" actId="20577"/>
          <ac:spMkLst>
            <pc:docMk/>
            <pc:sldMk cId="0" sldId="256"/>
            <ac:spMk id="4" creationId="{EBCC5244-CD1C-B957-E40D-E5D18679EF2B}"/>
          </ac:spMkLst>
        </pc:spChg>
        <pc:picChg chg="del">
          <ac:chgData name="Anusha Anthati" userId="f9ecf3af6df0c820" providerId="LiveId" clId="{64E1D875-8130-4D9E-9C60-64953333DDFA}" dt="2025-11-07T10:17:27.458" v="2953" actId="21"/>
          <ac:picMkLst>
            <pc:docMk/>
            <pc:sldMk cId="0" sldId="256"/>
            <ac:picMk id="3" creationId="{6CEF2E59-0DAF-4B6A-B473-4F4A2DDE190E}"/>
          </ac:picMkLst>
        </pc:picChg>
        <pc:picChg chg="add del mod">
          <ac:chgData name="Anusha Anthati" userId="f9ecf3af6df0c820" providerId="LiveId" clId="{64E1D875-8130-4D9E-9C60-64953333DDFA}" dt="2025-11-07T10:18:06.925" v="2959" actId="21"/>
          <ac:picMkLst>
            <pc:docMk/>
            <pc:sldMk cId="0" sldId="256"/>
            <ac:picMk id="5" creationId="{ADC33D7A-DAB6-43B9-B9D2-43861B9974E5}"/>
          </ac:picMkLst>
        </pc:picChg>
        <pc:picChg chg="add mod">
          <ac:chgData name="Anusha Anthati" userId="f9ecf3af6df0c820" providerId="LiveId" clId="{64E1D875-8130-4D9E-9C60-64953333DDFA}" dt="2025-11-07T16:59:11.461" v="11354" actId="1076"/>
          <ac:picMkLst>
            <pc:docMk/>
            <pc:sldMk cId="0" sldId="256"/>
            <ac:picMk id="7" creationId="{5B8D2324-B88E-4FB0-881F-D49E14D9CCF0}"/>
          </ac:picMkLst>
        </pc:picChg>
        <pc:picChg chg="mod">
          <ac:chgData name="Anusha Anthati" userId="f9ecf3af6df0c820" providerId="LiveId" clId="{64E1D875-8130-4D9E-9C60-64953333DDFA}" dt="2025-11-07T18:22:37.659" v="11827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addSp delSp modSp mod">
        <pc:chgData name="Anusha Anthati" userId="f9ecf3af6df0c820" providerId="LiveId" clId="{64E1D875-8130-4D9E-9C60-64953333DDFA}" dt="2025-11-07T18:18:43.456" v="11826" actId="14100"/>
        <pc:sldMkLst>
          <pc:docMk/>
          <pc:sldMk cId="0" sldId="259"/>
        </pc:sldMkLst>
        <pc:picChg chg="add del mod">
          <ac:chgData name="Anusha Anthati" userId="f9ecf3af6df0c820" providerId="LiveId" clId="{64E1D875-8130-4D9E-9C60-64953333DDFA}" dt="2025-11-07T18:18:43.456" v="11826" actId="14100"/>
          <ac:picMkLst>
            <pc:docMk/>
            <pc:sldMk cId="0" sldId="259"/>
            <ac:picMk id="3" creationId="{351BCB9A-F9F7-4699-BF88-33B8E96176FC}"/>
          </ac:picMkLst>
        </pc:picChg>
        <pc:picChg chg="del mod">
          <ac:chgData name="Anusha Anthati" userId="f9ecf3af6df0c820" providerId="LiveId" clId="{64E1D875-8130-4D9E-9C60-64953333DDFA}" dt="2025-11-07T16:43:50.185" v="10204" actId="21"/>
          <ac:picMkLst>
            <pc:docMk/>
            <pc:sldMk cId="0" sldId="259"/>
            <ac:picMk id="4" creationId="{20A35851-7728-0177-9AC4-06858B17C9C5}"/>
          </ac:picMkLst>
        </pc:picChg>
      </pc:sldChg>
      <pc:sldChg chg="addSp delSp modSp mod">
        <pc:chgData name="Anusha Anthati" userId="f9ecf3af6df0c820" providerId="LiveId" clId="{64E1D875-8130-4D9E-9C60-64953333DDFA}" dt="2025-11-07T16:45:46.194" v="10207" actId="20577"/>
        <pc:sldMkLst>
          <pc:docMk/>
          <pc:sldMk cId="2859894128" sldId="261"/>
        </pc:sldMkLst>
        <pc:spChg chg="mod">
          <ac:chgData name="Anusha Anthati" userId="f9ecf3af6df0c820" providerId="LiveId" clId="{64E1D875-8130-4D9E-9C60-64953333DDFA}" dt="2025-11-07T06:16:32.377" v="323" actId="1076"/>
          <ac:spMkLst>
            <pc:docMk/>
            <pc:sldMk cId="2859894128" sldId="261"/>
            <ac:spMk id="2" creationId="{CA65C60B-D09B-73C1-83C7-5B8D1B695E16}"/>
          </ac:spMkLst>
        </pc:spChg>
        <pc:spChg chg="mod">
          <ac:chgData name="Anusha Anthati" userId="f9ecf3af6df0c820" providerId="LiveId" clId="{64E1D875-8130-4D9E-9C60-64953333DDFA}" dt="2025-11-07T16:45:46.194" v="10207" actId="20577"/>
          <ac:spMkLst>
            <pc:docMk/>
            <pc:sldMk cId="2859894128" sldId="261"/>
            <ac:spMk id="3" creationId="{D0E2DCD9-A327-3BE0-5E99-2B80AB2BF98B}"/>
          </ac:spMkLst>
        </pc:spChg>
        <pc:spChg chg="add del mod">
          <ac:chgData name="Anusha Anthati" userId="f9ecf3af6df0c820" providerId="LiveId" clId="{64E1D875-8130-4D9E-9C60-64953333DDFA}" dt="2025-11-07T06:16:45.442" v="359" actId="478"/>
          <ac:spMkLst>
            <pc:docMk/>
            <pc:sldMk cId="2859894128" sldId="261"/>
            <ac:spMk id="6" creationId="{9EAD6A4A-7932-40AE-9885-9250F9A7CC32}"/>
          </ac:spMkLst>
        </pc:spChg>
        <pc:spChg chg="add del mod">
          <ac:chgData name="Anusha Anthati" userId="f9ecf3af6df0c820" providerId="LiveId" clId="{64E1D875-8130-4D9E-9C60-64953333DDFA}" dt="2025-11-07T06:26:28.612" v="894"/>
          <ac:spMkLst>
            <pc:docMk/>
            <pc:sldMk cId="2859894128" sldId="261"/>
            <ac:spMk id="7" creationId="{15BC90C7-61C3-4A4B-92DD-65C95B998402}"/>
          </ac:spMkLst>
        </pc:spChg>
        <pc:picChg chg="del">
          <ac:chgData name="Anusha Anthati" userId="f9ecf3af6df0c820" providerId="LiveId" clId="{64E1D875-8130-4D9E-9C60-64953333DDFA}" dt="2025-11-07T06:34:35.477" v="914" actId="21"/>
          <ac:picMkLst>
            <pc:docMk/>
            <pc:sldMk cId="2859894128" sldId="261"/>
            <ac:picMk id="9" creationId="{00000000-0000-0000-0000-000000000000}"/>
          </ac:picMkLst>
        </pc:picChg>
        <pc:picChg chg="del">
          <ac:chgData name="Anusha Anthati" userId="f9ecf3af6df0c820" providerId="LiveId" clId="{64E1D875-8130-4D9E-9C60-64953333DDFA}" dt="2025-11-07T06:34:33.546" v="913" actId="21"/>
          <ac:picMkLst>
            <pc:docMk/>
            <pc:sldMk cId="2859894128" sldId="261"/>
            <ac:picMk id="10" creationId="{00000000-0000-0000-0000-000000000000}"/>
          </ac:picMkLst>
        </pc:picChg>
        <pc:picChg chg="add mod">
          <ac:chgData name="Anusha Anthati" userId="f9ecf3af6df0c820" providerId="LiveId" clId="{64E1D875-8130-4D9E-9C60-64953333DDFA}" dt="2025-11-07T06:36:03.695" v="928" actId="14100"/>
          <ac:picMkLst>
            <pc:docMk/>
            <pc:sldMk cId="2859894128" sldId="261"/>
            <ac:picMk id="11" creationId="{12629372-3538-4383-9995-10E296F52429}"/>
          </ac:picMkLst>
        </pc:picChg>
        <pc:picChg chg="add mod">
          <ac:chgData name="Anusha Anthati" userId="f9ecf3af6df0c820" providerId="LiveId" clId="{64E1D875-8130-4D9E-9C60-64953333DDFA}" dt="2025-11-07T06:35:55.556" v="926" actId="1076"/>
          <ac:picMkLst>
            <pc:docMk/>
            <pc:sldMk cId="2859894128" sldId="261"/>
            <ac:picMk id="13" creationId="{B8F80198-DDCB-4331-847D-3339563653C8}"/>
          </ac:picMkLst>
        </pc:picChg>
      </pc:sldChg>
      <pc:sldChg chg="addSp modSp mod">
        <pc:chgData name="Anusha Anthati" userId="f9ecf3af6df0c820" providerId="LiveId" clId="{64E1D875-8130-4D9E-9C60-64953333DDFA}" dt="2025-11-07T10:16:49.531" v="2951" actId="688"/>
        <pc:sldMkLst>
          <pc:docMk/>
          <pc:sldMk cId="3991027905" sldId="263"/>
        </pc:sldMkLst>
        <pc:spChg chg="mod">
          <ac:chgData name="Anusha Anthati" userId="f9ecf3af6df0c820" providerId="LiveId" clId="{64E1D875-8130-4D9E-9C60-64953333DDFA}" dt="2025-11-07T09:08:41.332" v="2449" actId="20577"/>
          <ac:spMkLst>
            <pc:docMk/>
            <pc:sldMk cId="3991027905" sldId="263"/>
            <ac:spMk id="3" creationId="{552E286A-B439-A981-0498-5FBB8AF70FC4}"/>
          </ac:spMkLst>
        </pc:spChg>
        <pc:picChg chg="add mod">
          <ac:chgData name="Anusha Anthati" userId="f9ecf3af6df0c820" providerId="LiveId" clId="{64E1D875-8130-4D9E-9C60-64953333DDFA}" dt="2025-11-07T10:16:49.531" v="2951" actId="688"/>
          <ac:picMkLst>
            <pc:docMk/>
            <pc:sldMk cId="3991027905" sldId="263"/>
            <ac:picMk id="5" creationId="{ADF762D3-4268-4501-9581-E1BF125FC8F6}"/>
          </ac:picMkLst>
        </pc:picChg>
      </pc:sldChg>
      <pc:sldChg chg="addSp delSp modSp mod">
        <pc:chgData name="Anusha Anthati" userId="f9ecf3af6df0c820" providerId="LiveId" clId="{64E1D875-8130-4D9E-9C60-64953333DDFA}" dt="2025-11-07T17:20:39.570" v="11444" actId="20577"/>
        <pc:sldMkLst>
          <pc:docMk/>
          <pc:sldMk cId="296424644" sldId="265"/>
        </pc:sldMkLst>
        <pc:spChg chg="mod">
          <ac:chgData name="Anusha Anthati" userId="f9ecf3af6df0c820" providerId="LiveId" clId="{64E1D875-8130-4D9E-9C60-64953333DDFA}" dt="2025-11-07T17:20:39.570" v="11444" actId="20577"/>
          <ac:spMkLst>
            <pc:docMk/>
            <pc:sldMk cId="296424644" sldId="265"/>
            <ac:spMk id="5" creationId="{8CBABC51-E6DE-FD43-74F8-6AC7547F18CD}"/>
          </ac:spMkLst>
        </pc:spChg>
        <pc:picChg chg="del mod">
          <ac:chgData name="Anusha Anthati" userId="f9ecf3af6df0c820" providerId="LiveId" clId="{64E1D875-8130-4D9E-9C60-64953333DDFA}" dt="2025-11-07T07:45:51.991" v="2389" actId="21"/>
          <ac:picMkLst>
            <pc:docMk/>
            <pc:sldMk cId="296424644" sldId="265"/>
            <ac:picMk id="3" creationId="{00000000-0000-0000-0000-000000000000}"/>
          </ac:picMkLst>
        </pc:picChg>
        <pc:picChg chg="del mod">
          <ac:chgData name="Anusha Anthati" userId="f9ecf3af6df0c820" providerId="LiveId" clId="{64E1D875-8130-4D9E-9C60-64953333DDFA}" dt="2025-11-07T07:46:36.688" v="2395" actId="21"/>
          <ac:picMkLst>
            <pc:docMk/>
            <pc:sldMk cId="296424644" sldId="265"/>
            <ac:picMk id="4" creationId="{00000000-0000-0000-0000-000000000000}"/>
          </ac:picMkLst>
        </pc:picChg>
        <pc:picChg chg="add mod">
          <ac:chgData name="Anusha Anthati" userId="f9ecf3af6df0c820" providerId="LiveId" clId="{64E1D875-8130-4D9E-9C60-64953333DDFA}" dt="2025-11-07T08:42:50.555" v="2445" actId="1076"/>
          <ac:picMkLst>
            <pc:docMk/>
            <pc:sldMk cId="296424644" sldId="265"/>
            <ac:picMk id="7" creationId="{509B7FEA-2EF7-407B-A665-4EF618CB4A43}"/>
          </ac:picMkLst>
        </pc:picChg>
        <pc:picChg chg="add mod">
          <ac:chgData name="Anusha Anthati" userId="f9ecf3af6df0c820" providerId="LiveId" clId="{64E1D875-8130-4D9E-9C60-64953333DDFA}" dt="2025-11-07T07:47:30.589" v="2406" actId="1076"/>
          <ac:picMkLst>
            <pc:docMk/>
            <pc:sldMk cId="296424644" sldId="265"/>
            <ac:picMk id="9" creationId="{970C4357-77FE-45B6-A526-F3FBEA4FB7E9}"/>
          </ac:picMkLst>
        </pc:picChg>
        <pc:picChg chg="add mod">
          <ac:chgData name="Anusha Anthati" userId="f9ecf3af6df0c820" providerId="LiveId" clId="{64E1D875-8130-4D9E-9C60-64953333DDFA}" dt="2025-11-07T08:42:44.941" v="2444" actId="1076"/>
          <ac:picMkLst>
            <pc:docMk/>
            <pc:sldMk cId="296424644" sldId="265"/>
            <ac:picMk id="11" creationId="{4222BBAE-D51B-430C-B921-5421B5406BEC}"/>
          </ac:picMkLst>
        </pc:picChg>
        <pc:picChg chg="add mod">
          <ac:chgData name="Anusha Anthati" userId="f9ecf3af6df0c820" providerId="LiveId" clId="{64E1D875-8130-4D9E-9C60-64953333DDFA}" dt="2025-11-07T08:43:06.653" v="2446" actId="1076"/>
          <ac:picMkLst>
            <pc:docMk/>
            <pc:sldMk cId="296424644" sldId="265"/>
            <ac:picMk id="13" creationId="{974ABE03-2896-4C7F-8D92-52D68E158BA8}"/>
          </ac:picMkLst>
        </pc:picChg>
      </pc:sldChg>
      <pc:sldChg chg="addSp delSp modSp mod">
        <pc:chgData name="Anusha Anthati" userId="f9ecf3af6df0c820" providerId="LiveId" clId="{64E1D875-8130-4D9E-9C60-64953333DDFA}" dt="2025-11-07T14:50:50.738" v="8292" actId="20577"/>
        <pc:sldMkLst>
          <pc:docMk/>
          <pc:sldMk cId="3244275708" sldId="266"/>
        </pc:sldMkLst>
        <pc:spChg chg="mod">
          <ac:chgData name="Anusha Anthati" userId="f9ecf3af6df0c820" providerId="LiveId" clId="{64E1D875-8130-4D9E-9C60-64953333DDFA}" dt="2025-11-07T14:50:50.738" v="8292" actId="20577"/>
          <ac:spMkLst>
            <pc:docMk/>
            <pc:sldMk cId="3244275708" sldId="266"/>
            <ac:spMk id="4" creationId="{3B15DCCC-4D7B-11A3-E7AE-A55D7E9A484F}"/>
          </ac:spMkLst>
        </pc:spChg>
        <pc:spChg chg="add del mod">
          <ac:chgData name="Anusha Anthati" userId="f9ecf3af6df0c820" providerId="LiveId" clId="{64E1D875-8130-4D9E-9C60-64953333DDFA}" dt="2025-11-07T09:31:08.766" v="2463"/>
          <ac:spMkLst>
            <pc:docMk/>
            <pc:sldMk cId="3244275708" sldId="266"/>
            <ac:spMk id="5" creationId="{952C20AD-EAD7-4055-AFF7-4324420617C8}"/>
          </ac:spMkLst>
        </pc:spChg>
        <pc:spChg chg="add del mod">
          <ac:chgData name="Anusha Anthati" userId="f9ecf3af6df0c820" providerId="LiveId" clId="{64E1D875-8130-4D9E-9C60-64953333DDFA}" dt="2025-11-07T09:38:01.418" v="2716"/>
          <ac:spMkLst>
            <pc:docMk/>
            <pc:sldMk cId="3244275708" sldId="266"/>
            <ac:spMk id="6" creationId="{1B0FF73C-666C-48B2-A39D-09A230348BCD}"/>
          </ac:spMkLst>
        </pc:spChg>
        <pc:spChg chg="add del mod">
          <ac:chgData name="Anusha Anthati" userId="f9ecf3af6df0c820" providerId="LiveId" clId="{64E1D875-8130-4D9E-9C60-64953333DDFA}" dt="2025-11-07T09:39:32.903" v="2835"/>
          <ac:spMkLst>
            <pc:docMk/>
            <pc:sldMk cId="3244275708" sldId="266"/>
            <ac:spMk id="7" creationId="{F225C26D-16CE-4CD7-83FF-1963120B2C5B}"/>
          </ac:spMkLst>
        </pc:spChg>
        <pc:picChg chg="del">
          <ac:chgData name="Anusha Anthati" userId="f9ecf3af6df0c820" providerId="LiveId" clId="{64E1D875-8130-4D9E-9C60-64953333DDFA}" dt="2025-11-07T09:45:26.145" v="2922" actId="21"/>
          <ac:picMkLst>
            <pc:docMk/>
            <pc:sldMk cId="3244275708" sldId="266"/>
            <ac:picMk id="3" creationId="{00000000-0000-0000-0000-000000000000}"/>
          </ac:picMkLst>
        </pc:picChg>
        <pc:picChg chg="add mod">
          <ac:chgData name="Anusha Anthati" userId="f9ecf3af6df0c820" providerId="LiveId" clId="{64E1D875-8130-4D9E-9C60-64953333DDFA}" dt="2025-11-07T10:08:23.517" v="2941" actId="1036"/>
          <ac:picMkLst>
            <pc:docMk/>
            <pc:sldMk cId="3244275708" sldId="266"/>
            <ac:picMk id="9" creationId="{8A78D023-6CAD-47CB-B47D-A0A40E6FB570}"/>
          </ac:picMkLst>
        </pc:picChg>
      </pc:sldChg>
      <pc:sldChg chg="addSp delSp modSp mod delAnim modAnim">
        <pc:chgData name="Anusha Anthati" userId="f9ecf3af6df0c820" providerId="LiveId" clId="{64E1D875-8130-4D9E-9C60-64953333DDFA}" dt="2025-11-08T03:26:02.600" v="11831" actId="20577"/>
        <pc:sldMkLst>
          <pc:docMk/>
          <pc:sldMk cId="3268474259" sldId="267"/>
        </pc:sldMkLst>
        <pc:spChg chg="add del mod">
          <ac:chgData name="Anusha Anthati" userId="f9ecf3af6df0c820" providerId="LiveId" clId="{64E1D875-8130-4D9E-9C60-64953333DDFA}" dt="2025-11-07T13:54:56.289" v="6265"/>
          <ac:spMkLst>
            <pc:docMk/>
            <pc:sldMk cId="3268474259" sldId="267"/>
            <ac:spMk id="4" creationId="{8CBA928C-ECEC-4E2C-B12C-2B1AF522DF32}"/>
          </ac:spMkLst>
        </pc:spChg>
        <pc:spChg chg="add mod">
          <ac:chgData name="Anusha Anthati" userId="f9ecf3af6df0c820" providerId="LiveId" clId="{64E1D875-8130-4D9E-9C60-64953333DDFA}" dt="2025-11-07T17:48:19.560" v="11818" actId="120"/>
          <ac:spMkLst>
            <pc:docMk/>
            <pc:sldMk cId="3268474259" sldId="267"/>
            <ac:spMk id="7" creationId="{89180FC0-2C4A-44D7-9039-CF15BB88B3C0}"/>
          </ac:spMkLst>
        </pc:spChg>
        <pc:spChg chg="add del mod">
          <ac:chgData name="Anusha Anthati" userId="f9ecf3af6df0c820" providerId="LiveId" clId="{64E1D875-8130-4D9E-9C60-64953333DDFA}" dt="2025-11-07T14:02:33.124" v="6707"/>
          <ac:spMkLst>
            <pc:docMk/>
            <pc:sldMk cId="3268474259" sldId="267"/>
            <ac:spMk id="8" creationId="{F35DC80A-934D-4ECD-8869-56B8F13BE07A}"/>
          </ac:spMkLst>
        </pc:spChg>
        <pc:spChg chg="del mod">
          <ac:chgData name="Anusha Anthati" userId="f9ecf3af6df0c820" providerId="LiveId" clId="{64E1D875-8130-4D9E-9C60-64953333DDFA}" dt="2025-11-07T11:43:46.353" v="5107"/>
          <ac:spMkLst>
            <pc:docMk/>
            <pc:sldMk cId="3268474259" sldId="267"/>
            <ac:spMk id="10" creationId="{0AF21342-FF3B-A195-33FF-DA36CFC36F5B}"/>
          </ac:spMkLst>
        </pc:spChg>
        <pc:spChg chg="add mod">
          <ac:chgData name="Anusha Anthati" userId="f9ecf3af6df0c820" providerId="LiveId" clId="{64E1D875-8130-4D9E-9C60-64953333DDFA}" dt="2025-11-08T03:26:02.600" v="11831" actId="20577"/>
          <ac:spMkLst>
            <pc:docMk/>
            <pc:sldMk cId="3268474259" sldId="267"/>
            <ac:spMk id="10" creationId="{DA89D650-8583-4994-9ADD-F9B7697CAF1F}"/>
          </ac:spMkLst>
        </pc:spChg>
        <pc:picChg chg="add mod">
          <ac:chgData name="Anusha Anthati" userId="f9ecf3af6df0c820" providerId="LiveId" clId="{64E1D875-8130-4D9E-9C60-64953333DDFA}" dt="2025-11-07T13:54:09.042" v="6216" actId="1076"/>
          <ac:picMkLst>
            <pc:docMk/>
            <pc:sldMk cId="3268474259" sldId="267"/>
            <ac:picMk id="6" creationId="{11D256A8-B315-42CF-BCC2-D43BBA44B726}"/>
          </ac:picMkLst>
        </pc:picChg>
        <pc:picChg chg="del">
          <ac:chgData name="Anusha Anthati" userId="f9ecf3af6df0c820" providerId="LiveId" clId="{64E1D875-8130-4D9E-9C60-64953333DDFA}" dt="2025-11-07T11:26:52.217" v="4463" actId="21"/>
          <ac:picMkLst>
            <pc:docMk/>
            <pc:sldMk cId="3268474259" sldId="267"/>
            <ac:picMk id="7" creationId="{00000000-0000-0000-0000-000000000000}"/>
          </ac:picMkLst>
        </pc:picChg>
        <pc:picChg chg="add mod">
          <ac:chgData name="Anusha Anthati" userId="f9ecf3af6df0c820" providerId="LiveId" clId="{64E1D875-8130-4D9E-9C60-64953333DDFA}" dt="2025-11-07T13:45:12.828" v="6209" actId="1076"/>
          <ac:picMkLst>
            <pc:docMk/>
            <pc:sldMk cId="3268474259" sldId="267"/>
            <ac:picMk id="9" creationId="{A3379D52-C1F6-4A39-80FE-13FA9623CE57}"/>
          </ac:picMkLst>
        </pc:picChg>
      </pc:sldChg>
      <pc:sldChg chg="addSp delSp modSp mod">
        <pc:chgData name="Anusha Anthati" userId="f9ecf3af6df0c820" providerId="LiveId" clId="{64E1D875-8130-4D9E-9C60-64953333DDFA}" dt="2025-11-08T03:29:06.164" v="11832" actId="20577"/>
        <pc:sldMkLst>
          <pc:docMk/>
          <pc:sldMk cId="1644687032" sldId="276"/>
        </pc:sldMkLst>
        <pc:spChg chg="add del mod">
          <ac:chgData name="Anusha Anthati" userId="f9ecf3af6df0c820" providerId="LiveId" clId="{64E1D875-8130-4D9E-9C60-64953333DDFA}" dt="2025-11-07T17:41:17.546" v="11772"/>
          <ac:spMkLst>
            <pc:docMk/>
            <pc:sldMk cId="1644687032" sldId="276"/>
            <ac:spMk id="3" creationId="{18AFC4B8-45E5-4FFE-9652-00B9BD0C3CA3}"/>
          </ac:spMkLst>
        </pc:spChg>
        <pc:spChg chg="mod">
          <ac:chgData name="Anusha Anthati" userId="f9ecf3af6df0c820" providerId="LiveId" clId="{64E1D875-8130-4D9E-9C60-64953333DDFA}" dt="2025-11-07T16:51:39.341" v="11352" actId="20577"/>
          <ac:spMkLst>
            <pc:docMk/>
            <pc:sldMk cId="1644687032" sldId="276"/>
            <ac:spMk id="4" creationId="{B3B7422F-A42C-D0BC-BCC8-74FDAE65E36E}"/>
          </ac:spMkLst>
        </pc:spChg>
        <pc:spChg chg="add del mod">
          <ac:chgData name="Anusha Anthati" userId="f9ecf3af6df0c820" providerId="LiveId" clId="{64E1D875-8130-4D9E-9C60-64953333DDFA}" dt="2025-11-07T17:41:51.259" v="11780"/>
          <ac:spMkLst>
            <pc:docMk/>
            <pc:sldMk cId="1644687032" sldId="276"/>
            <ac:spMk id="5" creationId="{58085662-433C-4C6D-9D57-26EADB17A607}"/>
          </ac:spMkLst>
        </pc:spChg>
        <pc:spChg chg="add mod">
          <ac:chgData name="Anusha Anthati" userId="f9ecf3af6df0c820" providerId="LiveId" clId="{64E1D875-8130-4D9E-9C60-64953333DDFA}" dt="2025-11-07T17:41:47.433" v="11778" actId="1076"/>
          <ac:spMkLst>
            <pc:docMk/>
            <pc:sldMk cId="1644687032" sldId="276"/>
            <ac:spMk id="6" creationId="{F5EAE0FD-021D-43B3-9930-F90142ABCD17}"/>
          </ac:spMkLst>
        </pc:spChg>
        <pc:spChg chg="add mod">
          <ac:chgData name="Anusha Anthati" userId="f9ecf3af6df0c820" providerId="LiveId" clId="{64E1D875-8130-4D9E-9C60-64953333DDFA}" dt="2025-11-08T03:29:06.164" v="11832" actId="20577"/>
          <ac:spMkLst>
            <pc:docMk/>
            <pc:sldMk cId="1644687032" sldId="276"/>
            <ac:spMk id="7" creationId="{33C6C382-65E8-4F5C-B75C-2CE7D7B8F55D}"/>
          </ac:spMkLst>
        </pc:spChg>
      </pc:sldChg>
      <pc:sldChg chg="del">
        <pc:chgData name="Anusha Anthati" userId="f9ecf3af6df0c820" providerId="LiveId" clId="{64E1D875-8130-4D9E-9C60-64953333DDFA}" dt="2025-11-07T10:17:12.352" v="2952" actId="2696"/>
        <pc:sldMkLst>
          <pc:docMk/>
          <pc:sldMk cId="1926531273" sldId="280"/>
        </pc:sldMkLst>
      </pc:sldChg>
      <pc:sldChg chg="addSp delSp modSp del mod">
        <pc:chgData name="Anusha Anthati" userId="f9ecf3af6df0c820" providerId="LiveId" clId="{64E1D875-8130-4D9E-9C60-64953333DDFA}" dt="2025-11-07T14:19:57.995" v="7702" actId="47"/>
        <pc:sldMkLst>
          <pc:docMk/>
          <pc:sldMk cId="3967736100" sldId="281"/>
        </pc:sldMkLst>
        <pc:spChg chg="mod">
          <ac:chgData name="Anusha Anthati" userId="f9ecf3af6df0c820" providerId="LiveId" clId="{64E1D875-8130-4D9E-9C60-64953333DDFA}" dt="2025-11-07T08:34:10.475" v="2430" actId="20577"/>
          <ac:spMkLst>
            <pc:docMk/>
            <pc:sldMk cId="3967736100" sldId="281"/>
            <ac:spMk id="8" creationId="{220DBD2A-2603-F502-B2D8-6CE9EB49EA78}"/>
          </ac:spMkLst>
        </pc:spChg>
        <pc:picChg chg="add mod">
          <ac:chgData name="Anusha Anthati" userId="f9ecf3af6df0c820" providerId="LiveId" clId="{64E1D875-8130-4D9E-9C60-64953333DDFA}" dt="2025-11-07T07:22:24.489" v="1701" actId="1076"/>
          <ac:picMkLst>
            <pc:docMk/>
            <pc:sldMk cId="3967736100" sldId="281"/>
            <ac:picMk id="6" creationId="{65E2EF7D-F097-42E1-8216-89CFDA1DEC5E}"/>
          </ac:picMkLst>
        </pc:picChg>
        <pc:picChg chg="del">
          <ac:chgData name="Anusha Anthati" userId="f9ecf3af6df0c820" providerId="LiveId" clId="{64E1D875-8130-4D9E-9C60-64953333DDFA}" dt="2025-11-07T07:21:46.239" v="1697" actId="478"/>
          <ac:picMkLst>
            <pc:docMk/>
            <pc:sldMk cId="3967736100" sldId="281"/>
            <ac:picMk id="1026" creationId="{00000000-0000-0000-0000-000000000000}"/>
          </ac:picMkLst>
        </pc:picChg>
      </pc:sldChg>
      <pc:sldChg chg="addSp delSp modSp mod modAnim">
        <pc:chgData name="Anusha Anthati" userId="f9ecf3af6df0c820" providerId="LiveId" clId="{64E1D875-8130-4D9E-9C60-64953333DDFA}" dt="2025-11-07T18:03:33.463" v="11820" actId="20577"/>
        <pc:sldMkLst>
          <pc:docMk/>
          <pc:sldMk cId="2530832358" sldId="282"/>
        </pc:sldMkLst>
        <pc:spChg chg="add mod">
          <ac:chgData name="Anusha Anthati" userId="f9ecf3af6df0c820" providerId="LiveId" clId="{64E1D875-8130-4D9E-9C60-64953333DDFA}" dt="2025-11-07T10:42:25.261" v="3144" actId="20577"/>
          <ac:spMkLst>
            <pc:docMk/>
            <pc:sldMk cId="2530832358" sldId="282"/>
            <ac:spMk id="9" creationId="{9180640E-2EBC-4AC4-8B14-56965D88648A}"/>
          </ac:spMkLst>
        </pc:spChg>
        <pc:spChg chg="mod">
          <ac:chgData name="Anusha Anthati" userId="f9ecf3af6df0c820" providerId="LiveId" clId="{64E1D875-8130-4D9E-9C60-64953333DDFA}" dt="2025-11-07T18:03:33.463" v="11820" actId="20577"/>
          <ac:spMkLst>
            <pc:docMk/>
            <pc:sldMk cId="2530832358" sldId="282"/>
            <ac:spMk id="10" creationId="{0429B3D8-24F0-BFDD-F8CA-E6AACD40E032}"/>
          </ac:spMkLst>
        </pc:spChg>
        <pc:picChg chg="del">
          <ac:chgData name="Anusha Anthati" userId="f9ecf3af6df0c820" providerId="LiveId" clId="{64E1D875-8130-4D9E-9C60-64953333DDFA}" dt="2025-11-07T10:30:41.407" v="2968" actId="21"/>
          <ac:picMkLst>
            <pc:docMk/>
            <pc:sldMk cId="2530832358" sldId="282"/>
            <ac:picMk id="4" creationId="{00000000-0000-0000-0000-000000000000}"/>
          </ac:picMkLst>
        </pc:picChg>
        <pc:picChg chg="add mod">
          <ac:chgData name="Anusha Anthati" userId="f9ecf3af6df0c820" providerId="LiveId" clId="{64E1D875-8130-4D9E-9C60-64953333DDFA}" dt="2025-11-07T10:37:51.534" v="2988" actId="1076"/>
          <ac:picMkLst>
            <pc:docMk/>
            <pc:sldMk cId="2530832358" sldId="282"/>
            <ac:picMk id="5" creationId="{1FC363DB-0D69-446A-A007-D38C9A001323}"/>
          </ac:picMkLst>
        </pc:picChg>
        <pc:picChg chg="del">
          <ac:chgData name="Anusha Anthati" userId="f9ecf3af6df0c820" providerId="LiveId" clId="{64E1D875-8130-4D9E-9C60-64953333DDFA}" dt="2025-11-07T10:30:44.877" v="2969" actId="21"/>
          <ac:picMkLst>
            <pc:docMk/>
            <pc:sldMk cId="2530832358" sldId="282"/>
            <ac:picMk id="6" creationId="{00000000-0000-0000-0000-000000000000}"/>
          </ac:picMkLst>
        </pc:picChg>
        <pc:picChg chg="add mod">
          <ac:chgData name="Anusha Anthati" userId="f9ecf3af6df0c820" providerId="LiveId" clId="{64E1D875-8130-4D9E-9C60-64953333DDFA}" dt="2025-11-07T10:38:09.874" v="2991" actId="1076"/>
          <ac:picMkLst>
            <pc:docMk/>
            <pc:sldMk cId="2530832358" sldId="282"/>
            <ac:picMk id="8" creationId="{31567B74-0FBA-407A-ABC5-500DF352436A}"/>
          </ac:picMkLst>
        </pc:picChg>
      </pc:sldChg>
      <pc:sldChg chg="addSp delSp modSp mod delAnim modAnim">
        <pc:chgData name="Anusha Anthati" userId="f9ecf3af6df0c820" providerId="LiveId" clId="{64E1D875-8130-4D9E-9C60-64953333DDFA}" dt="2025-11-07T17:35:51.164" v="11764" actId="20577"/>
        <pc:sldMkLst>
          <pc:docMk/>
          <pc:sldMk cId="712714059" sldId="283"/>
        </pc:sldMkLst>
        <pc:spChg chg="add mod">
          <ac:chgData name="Anusha Anthati" userId="f9ecf3af6df0c820" providerId="LiveId" clId="{64E1D875-8130-4D9E-9C60-64953333DDFA}" dt="2025-11-07T17:35:51.164" v="11764" actId="20577"/>
          <ac:spMkLst>
            <pc:docMk/>
            <pc:sldMk cId="712714059" sldId="283"/>
            <ac:spMk id="3" creationId="{2E944842-6824-4B54-9DB3-D2FCF7182F9C}"/>
          </ac:spMkLst>
        </pc:spChg>
        <pc:spChg chg="add del mod">
          <ac:chgData name="Anusha Anthati" userId="f9ecf3af6df0c820" providerId="LiveId" clId="{64E1D875-8130-4D9E-9C60-64953333DDFA}" dt="2025-11-07T14:40:20.239" v="7732" actId="478"/>
          <ac:spMkLst>
            <pc:docMk/>
            <pc:sldMk cId="712714059" sldId="283"/>
            <ac:spMk id="4" creationId="{7E5CE6F5-251B-48D6-B778-93F83E0C5CF6}"/>
          </ac:spMkLst>
        </pc:spChg>
        <pc:spChg chg="del mod">
          <ac:chgData name="Anusha Anthati" userId="f9ecf3af6df0c820" providerId="LiveId" clId="{64E1D875-8130-4D9E-9C60-64953333DDFA}" dt="2025-11-07T11:44:59.478" v="5561"/>
          <ac:spMkLst>
            <pc:docMk/>
            <pc:sldMk cId="712714059" sldId="283"/>
            <ac:spMk id="10" creationId="{207890F0-5585-BA3C-7BA1-63E4312F4CE6}"/>
          </ac:spMkLst>
        </pc:spChg>
        <pc:picChg chg="del">
          <ac:chgData name="Anusha Anthati" userId="f9ecf3af6df0c820" providerId="LiveId" clId="{64E1D875-8130-4D9E-9C60-64953333DDFA}" dt="2025-11-07T11:44:39.524" v="5110" actId="21"/>
          <ac:picMkLst>
            <pc:docMk/>
            <pc:sldMk cId="712714059" sldId="283"/>
            <ac:picMk id="3" creationId="{00000000-0000-0000-0000-000000000000}"/>
          </ac:picMkLst>
        </pc:picChg>
        <pc:picChg chg="add mod">
          <ac:chgData name="Anusha Anthati" userId="f9ecf3af6df0c820" providerId="LiveId" clId="{64E1D875-8130-4D9E-9C60-64953333DDFA}" dt="2025-11-07T14:18:32.698" v="7683" actId="1076"/>
          <ac:picMkLst>
            <pc:docMk/>
            <pc:sldMk cId="712714059" sldId="283"/>
            <ac:picMk id="5" creationId="{AE15FCFC-0A79-4632-BFFE-FDA942591B24}"/>
          </ac:picMkLst>
        </pc:picChg>
      </pc:sldChg>
      <pc:sldChg chg="addSp delSp modSp mod delAnim modAnim">
        <pc:chgData name="Anusha Anthati" userId="f9ecf3af6df0c820" providerId="LiveId" clId="{64E1D875-8130-4D9E-9C60-64953333DDFA}" dt="2025-11-07T15:58:54.702" v="9097" actId="1076"/>
        <pc:sldMkLst>
          <pc:docMk/>
          <pc:sldMk cId="2723714033" sldId="285"/>
        </pc:sldMkLst>
        <pc:spChg chg="add del mod">
          <ac:chgData name="Anusha Anthati" userId="f9ecf3af6df0c820" providerId="LiveId" clId="{64E1D875-8130-4D9E-9C60-64953333DDFA}" dt="2025-11-07T15:04:58.545" v="8643"/>
          <ac:spMkLst>
            <pc:docMk/>
            <pc:sldMk cId="2723714033" sldId="285"/>
            <ac:spMk id="3" creationId="{50097869-75DE-48DE-919B-17FC6B8D2CD5}"/>
          </ac:spMkLst>
        </pc:spChg>
        <pc:spChg chg="add mod">
          <ac:chgData name="Anusha Anthati" userId="f9ecf3af6df0c820" providerId="LiveId" clId="{64E1D875-8130-4D9E-9C60-64953333DDFA}" dt="2025-11-07T15:04:57.751" v="8641" actId="1076"/>
          <ac:spMkLst>
            <pc:docMk/>
            <pc:sldMk cId="2723714033" sldId="285"/>
            <ac:spMk id="4" creationId="{9715F037-FE26-450F-A2A5-9D26780A2F3C}"/>
          </ac:spMkLst>
        </pc:spChg>
        <pc:spChg chg="add mod">
          <ac:chgData name="Anusha Anthati" userId="f9ecf3af6df0c820" providerId="LiveId" clId="{64E1D875-8130-4D9E-9C60-64953333DDFA}" dt="2025-11-07T15:58:54.702" v="9097" actId="1076"/>
          <ac:spMkLst>
            <pc:docMk/>
            <pc:sldMk cId="2723714033" sldId="285"/>
            <ac:spMk id="6" creationId="{6E2F6FF8-E639-48AE-92E5-D5B09666C919}"/>
          </ac:spMkLst>
        </pc:spChg>
        <pc:spChg chg="del mod">
          <ac:chgData name="Anusha Anthati" userId="f9ecf3af6df0c820" providerId="LiveId" clId="{64E1D875-8130-4D9E-9C60-64953333DDFA}" dt="2025-11-07T11:52:31.676" v="6205" actId="21"/>
          <ac:spMkLst>
            <pc:docMk/>
            <pc:sldMk cId="2723714033" sldId="285"/>
            <ac:spMk id="10" creationId="{AB5F5D73-9438-374C-2CD9-92C838053E30}"/>
          </ac:spMkLst>
        </pc:spChg>
        <pc:picChg chg="del">
          <ac:chgData name="Anusha Anthati" userId="f9ecf3af6df0c820" providerId="LiveId" clId="{64E1D875-8130-4D9E-9C60-64953333DDFA}" dt="2025-11-07T11:50:23.023" v="5565" actId="21"/>
          <ac:picMkLst>
            <pc:docMk/>
            <pc:sldMk cId="2723714033" sldId="285"/>
            <ac:picMk id="3" creationId="{00000000-0000-0000-0000-000000000000}"/>
          </ac:picMkLst>
        </pc:picChg>
        <pc:picChg chg="add mod">
          <ac:chgData name="Anusha Anthati" userId="f9ecf3af6df0c820" providerId="LiveId" clId="{64E1D875-8130-4D9E-9C60-64953333DDFA}" dt="2025-11-07T11:50:51.577" v="5568" actId="1076"/>
          <ac:picMkLst>
            <pc:docMk/>
            <pc:sldMk cId="2723714033" sldId="285"/>
            <ac:picMk id="5" creationId="{7C260227-9A70-45D7-BFDE-CE203B43EEEA}"/>
          </ac:picMkLst>
        </pc:picChg>
        <pc:picChg chg="add del mod">
          <ac:chgData name="Anusha Anthati" userId="f9ecf3af6df0c820" providerId="LiveId" clId="{64E1D875-8130-4D9E-9C60-64953333DDFA}" dt="2025-11-07T11:51:46.034" v="6199" actId="21"/>
          <ac:picMkLst>
            <pc:docMk/>
            <pc:sldMk cId="2723714033" sldId="285"/>
            <ac:picMk id="7" creationId="{0DDE6A30-DFD6-4427-9032-795A17B1A775}"/>
          </ac:picMkLst>
        </pc:picChg>
        <pc:picChg chg="add mod">
          <ac:chgData name="Anusha Anthati" userId="f9ecf3af6df0c820" providerId="LiveId" clId="{64E1D875-8130-4D9E-9C60-64953333DDFA}" dt="2025-11-07T11:52:24.475" v="6204" actId="14100"/>
          <ac:picMkLst>
            <pc:docMk/>
            <pc:sldMk cId="2723714033" sldId="285"/>
            <ac:picMk id="9" creationId="{50D1FF80-D0BA-4389-B428-0F4B3F5FA181}"/>
          </ac:picMkLst>
        </pc:picChg>
      </pc:sldChg>
      <pc:sldChg chg="addSp delSp modSp mod delAnim modAnim">
        <pc:chgData name="Anusha Anthati" userId="f9ecf3af6df0c820" providerId="LiveId" clId="{64E1D875-8130-4D9E-9C60-64953333DDFA}" dt="2025-11-07T17:38:59.223" v="11768" actId="20577"/>
        <pc:sldMkLst>
          <pc:docMk/>
          <pc:sldMk cId="3058148405" sldId="286"/>
        </pc:sldMkLst>
        <pc:spChg chg="add del mod">
          <ac:chgData name="Anusha Anthati" userId="f9ecf3af6df0c820" providerId="LiveId" clId="{64E1D875-8130-4D9E-9C60-64953333DDFA}" dt="2025-11-07T16:01:44.615" v="9108"/>
          <ac:spMkLst>
            <pc:docMk/>
            <pc:sldMk cId="3058148405" sldId="286"/>
            <ac:spMk id="7" creationId="{EF5E2634-2920-40B4-A415-BB49FF878E31}"/>
          </ac:spMkLst>
        </pc:spChg>
        <pc:spChg chg="add mod">
          <ac:chgData name="Anusha Anthati" userId="f9ecf3af6df0c820" providerId="LiveId" clId="{64E1D875-8130-4D9E-9C60-64953333DDFA}" dt="2025-11-07T16:05:34.572" v="9498" actId="1076"/>
          <ac:spMkLst>
            <pc:docMk/>
            <pc:sldMk cId="3058148405" sldId="286"/>
            <ac:spMk id="8" creationId="{6809594F-A686-478B-8263-AC2766E83036}"/>
          </ac:spMkLst>
        </pc:spChg>
        <pc:spChg chg="add mod">
          <ac:chgData name="Anusha Anthati" userId="f9ecf3af6df0c820" providerId="LiveId" clId="{64E1D875-8130-4D9E-9C60-64953333DDFA}" dt="2025-11-07T17:38:59.223" v="11768" actId="20577"/>
          <ac:spMkLst>
            <pc:docMk/>
            <pc:sldMk cId="3058148405" sldId="286"/>
            <ac:spMk id="9" creationId="{989D8896-E5AB-4481-BB45-EC39C2119B21}"/>
          </ac:spMkLst>
        </pc:spChg>
        <pc:spChg chg="del mod">
          <ac:chgData name="Anusha Anthati" userId="f9ecf3af6df0c820" providerId="LiveId" clId="{64E1D875-8130-4D9E-9C60-64953333DDFA}" dt="2025-11-07T14:40:55.074" v="8281"/>
          <ac:spMkLst>
            <pc:docMk/>
            <pc:sldMk cId="3058148405" sldId="286"/>
            <ac:spMk id="10" creationId="{720DFE87-3B98-24A9-3C1B-2A43B4D9DD06}"/>
          </ac:spMkLst>
        </pc:spChg>
        <pc:picChg chg="del mod">
          <ac:chgData name="Anusha Anthati" userId="f9ecf3af6df0c820" providerId="LiveId" clId="{64E1D875-8130-4D9E-9C60-64953333DDFA}" dt="2025-11-07T11:56:02.336" v="6207" actId="21"/>
          <ac:picMkLst>
            <pc:docMk/>
            <pc:sldMk cId="3058148405" sldId="286"/>
            <ac:picMk id="3" creationId="{00000000-0000-0000-0000-000000000000}"/>
          </ac:picMkLst>
        </pc:picChg>
        <pc:picChg chg="add mod">
          <ac:chgData name="Anusha Anthati" userId="f9ecf3af6df0c820" providerId="LiveId" clId="{64E1D875-8130-4D9E-9C60-64953333DDFA}" dt="2025-11-07T14:48:27.462" v="8285" actId="14100"/>
          <ac:picMkLst>
            <pc:docMk/>
            <pc:sldMk cId="3058148405" sldId="286"/>
            <ac:picMk id="4" creationId="{5F2952FD-9727-4392-959E-FF7FF0D731E7}"/>
          </ac:picMkLst>
        </pc:picChg>
        <pc:picChg chg="add mod">
          <ac:chgData name="Anusha Anthati" userId="f9ecf3af6df0c820" providerId="LiveId" clId="{64E1D875-8130-4D9E-9C60-64953333DDFA}" dt="2025-11-07T14:52:16.912" v="8299" actId="1076"/>
          <ac:picMkLst>
            <pc:docMk/>
            <pc:sldMk cId="3058148405" sldId="286"/>
            <ac:picMk id="6" creationId="{23F202BB-9904-417A-99C5-0C5524B8FB8D}"/>
          </ac:picMkLst>
        </pc:picChg>
      </pc:sldChg>
      <pc:sldChg chg="del">
        <pc:chgData name="Anusha Anthati" userId="f9ecf3af6df0c820" providerId="LiveId" clId="{64E1D875-8130-4D9E-9C60-64953333DDFA}" dt="2025-11-07T15:59:44.189" v="9103" actId="2696"/>
        <pc:sldMkLst>
          <pc:docMk/>
          <pc:sldMk cId="3217503071" sldId="287"/>
        </pc:sldMkLst>
      </pc:sldChg>
      <pc:sldChg chg="del">
        <pc:chgData name="Anusha Anthati" userId="f9ecf3af6df0c820" providerId="LiveId" clId="{64E1D875-8130-4D9E-9C60-64953333DDFA}" dt="2025-11-07T15:59:56.972" v="9104" actId="2696"/>
        <pc:sldMkLst>
          <pc:docMk/>
          <pc:sldMk cId="1775180876" sldId="288"/>
        </pc:sldMkLst>
      </pc:sldChg>
      <pc:sldChg chg="del">
        <pc:chgData name="Anusha Anthati" userId="f9ecf3af6df0c820" providerId="LiveId" clId="{64E1D875-8130-4D9E-9C60-64953333DDFA}" dt="2025-11-07T15:59:41.038" v="9102" actId="2696"/>
        <pc:sldMkLst>
          <pc:docMk/>
          <pc:sldMk cId="1773201119" sldId="289"/>
        </pc:sldMkLst>
      </pc:sldChg>
      <pc:sldChg chg="del">
        <pc:chgData name="Anusha Anthati" userId="f9ecf3af6df0c820" providerId="LiveId" clId="{64E1D875-8130-4D9E-9C60-64953333DDFA}" dt="2025-11-07T15:59:39.153" v="9101" actId="2696"/>
        <pc:sldMkLst>
          <pc:docMk/>
          <pc:sldMk cId="4218413992" sldId="290"/>
        </pc:sldMkLst>
      </pc:sldChg>
      <pc:sldChg chg="del">
        <pc:chgData name="Anusha Anthati" userId="f9ecf3af6df0c820" providerId="LiveId" clId="{64E1D875-8130-4D9E-9C60-64953333DDFA}" dt="2025-11-07T15:59:36.522" v="9100" actId="2696"/>
        <pc:sldMkLst>
          <pc:docMk/>
          <pc:sldMk cId="3097881007" sldId="291"/>
        </pc:sldMkLst>
      </pc:sldChg>
      <pc:sldChg chg="del">
        <pc:chgData name="Anusha Anthati" userId="f9ecf3af6df0c820" providerId="LiveId" clId="{64E1D875-8130-4D9E-9C60-64953333DDFA}" dt="2025-11-07T15:59:34.674" v="9099" actId="2696"/>
        <pc:sldMkLst>
          <pc:docMk/>
          <pc:sldMk cId="2282512247" sldId="293"/>
        </pc:sldMkLst>
      </pc:sldChg>
      <pc:sldChg chg="del">
        <pc:chgData name="Anusha Anthati" userId="f9ecf3af6df0c820" providerId="LiveId" clId="{64E1D875-8130-4D9E-9C60-64953333DDFA}" dt="2025-11-07T15:59:31.205" v="9098" actId="2696"/>
        <pc:sldMkLst>
          <pc:docMk/>
          <pc:sldMk cId="2170477920" sldId="294"/>
        </pc:sldMkLst>
      </pc:sldChg>
      <pc:sldChg chg="del">
        <pc:chgData name="Anusha Anthati" userId="f9ecf3af6df0c820" providerId="LiveId" clId="{64E1D875-8130-4D9E-9C60-64953333DDFA}" dt="2025-11-07T11:41:09.708" v="4492" actId="2696"/>
        <pc:sldMkLst>
          <pc:docMk/>
          <pc:sldMk cId="2209448468" sldId="295"/>
        </pc:sldMkLst>
      </pc:sldChg>
      <pc:sldChg chg="del">
        <pc:chgData name="Anusha Anthati" userId="f9ecf3af6df0c820" providerId="LiveId" clId="{64E1D875-8130-4D9E-9C60-64953333DDFA}" dt="2025-11-07T09:02:18.387" v="2447" actId="2696"/>
        <pc:sldMkLst>
          <pc:docMk/>
          <pc:sldMk cId="1362551175" sldId="296"/>
        </pc:sldMkLst>
      </pc:sldChg>
      <pc:sldChg chg="del">
        <pc:chgData name="Anusha Anthati" userId="f9ecf3af6df0c820" providerId="LiveId" clId="{64E1D875-8130-4D9E-9C60-64953333DDFA}" dt="2025-11-07T11:40:55.750" v="4491" actId="2696"/>
        <pc:sldMkLst>
          <pc:docMk/>
          <pc:sldMk cId="980448116" sldId="297"/>
        </pc:sldMkLst>
      </pc:sldChg>
      <pc:sldChg chg="new del">
        <pc:chgData name="Anusha Anthati" userId="f9ecf3af6df0c820" providerId="LiveId" clId="{64E1D875-8130-4D9E-9C60-64953333DDFA}" dt="2025-11-07T14:20:01.343" v="7703" actId="47"/>
        <pc:sldMkLst>
          <pc:docMk/>
          <pc:sldMk cId="907735672" sldId="299"/>
        </pc:sldMkLst>
      </pc:sldChg>
      <pc:sldChg chg="addSp delSp modSp new mod">
        <pc:chgData name="Anusha Anthati" userId="f9ecf3af6df0c820" providerId="LiveId" clId="{64E1D875-8130-4D9E-9C60-64953333DDFA}" dt="2025-11-07T16:24:13.573" v="10201" actId="1076"/>
        <pc:sldMkLst>
          <pc:docMk/>
          <pc:sldMk cId="2098649760" sldId="299"/>
        </pc:sldMkLst>
        <pc:spChg chg="add del mod">
          <ac:chgData name="Anusha Anthati" userId="f9ecf3af6df0c820" providerId="LiveId" clId="{64E1D875-8130-4D9E-9C60-64953333DDFA}" dt="2025-11-07T16:17:44.264" v="9755" actId="478"/>
          <ac:spMkLst>
            <pc:docMk/>
            <pc:sldMk cId="2098649760" sldId="299"/>
            <ac:spMk id="3" creationId="{45F2A2FB-CB2A-453B-BE9C-A554C90EC757}"/>
          </ac:spMkLst>
        </pc:spChg>
        <pc:spChg chg="add mod">
          <ac:chgData name="Anusha Anthati" userId="f9ecf3af6df0c820" providerId="LiveId" clId="{64E1D875-8130-4D9E-9C60-64953333DDFA}" dt="2025-11-07T16:18:21.785" v="9759" actId="1076"/>
          <ac:spMkLst>
            <pc:docMk/>
            <pc:sldMk cId="2098649760" sldId="299"/>
            <ac:spMk id="5" creationId="{A190AFAD-9C77-43DF-B90F-6B281DCA67EF}"/>
          </ac:spMkLst>
        </pc:spChg>
        <pc:spChg chg="add mod">
          <ac:chgData name="Anusha Anthati" userId="f9ecf3af6df0c820" providerId="LiveId" clId="{64E1D875-8130-4D9E-9C60-64953333DDFA}" dt="2025-11-07T16:24:13.573" v="10201" actId="1076"/>
          <ac:spMkLst>
            <pc:docMk/>
            <pc:sldMk cId="2098649760" sldId="299"/>
            <ac:spMk id="8" creationId="{D543BCC4-B609-434B-ACFF-EADFBBAF2DC6}"/>
          </ac:spMkLst>
        </pc:spChg>
        <pc:picChg chg="add mod">
          <ac:chgData name="Anusha Anthati" userId="f9ecf3af6df0c820" providerId="LiveId" clId="{64E1D875-8130-4D9E-9C60-64953333DDFA}" dt="2025-11-07T16:19:06.166" v="9768" actId="1076"/>
          <ac:picMkLst>
            <pc:docMk/>
            <pc:sldMk cId="2098649760" sldId="299"/>
            <ac:picMk id="7" creationId="{F94FEBD0-54EF-41B5-B95C-C0EA0F241018}"/>
          </ac:picMkLst>
        </pc:picChg>
      </pc:sldChg>
      <pc:sldChg chg="new del">
        <pc:chgData name="Anusha Anthati" userId="f9ecf3af6df0c820" providerId="LiveId" clId="{64E1D875-8130-4D9E-9C60-64953333DDFA}" dt="2025-11-07T14:19:54.747" v="7698" actId="47"/>
        <pc:sldMkLst>
          <pc:docMk/>
          <pc:sldMk cId="3956839785" sldId="299"/>
        </pc:sldMkLst>
      </pc:sldChg>
      <pc:sldChg chg="new del">
        <pc:chgData name="Anusha Anthati" userId="f9ecf3af6df0c820" providerId="LiveId" clId="{64E1D875-8130-4D9E-9C60-64953333DDFA}" dt="2025-11-07T14:19:57.629" v="7701" actId="47"/>
        <pc:sldMkLst>
          <pc:docMk/>
          <pc:sldMk cId="1361362925" sldId="300"/>
        </pc:sldMkLst>
      </pc:sldChg>
      <pc:sldMasterChg chg="delSldLayout">
        <pc:chgData name="Anusha Anthati" userId="f9ecf3af6df0c820" providerId="LiveId" clId="{64E1D875-8130-4D9E-9C60-64953333DDFA}" dt="2025-11-07T11:41:09.708" v="4492" actId="2696"/>
        <pc:sldMasterMkLst>
          <pc:docMk/>
          <pc:sldMasterMk cId="0" sldId="2147483648"/>
        </pc:sldMasterMkLst>
        <pc:sldLayoutChg chg="del">
          <pc:chgData name="Anusha Anthati" userId="f9ecf3af6df0c820" providerId="LiveId" clId="{64E1D875-8130-4D9E-9C60-64953333DDFA}" dt="2025-11-07T11:41:09.708" v="4492" actId="2696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3570"/>
            <a:ext cx="12192000" cy="600985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312989" y="4973029"/>
            <a:ext cx="929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 Ambition _ Box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D2324-B88E-4FB0-881F-D49E14D9C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877" y="3429000"/>
            <a:ext cx="2474246" cy="15133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766146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7768" y="1755905"/>
            <a:ext cx="8458693" cy="457259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Ambition Box is an Indian career platform that helps job seekers research companies salaries , Interview experiences , and employee reviews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:in 2015 by Mayank Mishra and Saurabh Tyagi in India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by : Naukri.com (info Edge India Ltd.) in 2016- the same parent company that owns popular job portals like Naukri.com 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Jeevansathi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and 99acres.</a:t>
            </a:r>
          </a:p>
          <a:p>
            <a:pPr>
              <a:lnSpc>
                <a:spcPct val="12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Intially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Ambition_Box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Started as a company and interview review site where users could anonymously share their experiences with employers.</a:t>
            </a:r>
          </a:p>
          <a:p>
            <a:pPr>
              <a:lnSpc>
                <a:spcPct val="12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/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629372-3538-4383-9995-10E296F52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410" y="1384904"/>
            <a:ext cx="2852363" cy="16904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F80198-DDCB-4331-847D-333956365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410" y="3414850"/>
            <a:ext cx="2971633" cy="161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3383505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Transparency in the job Market.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Job Seekers Make Informed Career Decisions.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interview Preparation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Salary Insights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Employer Branding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762D3-4268-4501-9581-E1BF125FC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583" y="1166526"/>
            <a:ext cx="5610026" cy="338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83534" y="1294960"/>
            <a:ext cx="5187191" cy="4499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Ambition Box is the official website was selected as the main data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browser developer tools (Inspect Element) to identify relevant HTML elements in match data pages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Requests libraries in Python to extract structured data from the web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consolidated scraped data for further analysis and visualization.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9B7FEA-2EF7-407B-A665-4EF618CB4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443" y="1677131"/>
            <a:ext cx="6248400" cy="38859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0C4357-77FE-45B6-A526-F3FBEA4FB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725" y="0"/>
            <a:ext cx="2451370" cy="645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22BBAE-D51B-430C-B921-5421B5406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443" y="597687"/>
            <a:ext cx="4782789" cy="1208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4ABE03-2896-4C7F-8D92-52D68E158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489" y="5443476"/>
            <a:ext cx="5361211" cy="81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796859" y="973394"/>
            <a:ext cx="698794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Dataset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the dataset into python Using Pandas(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the basic structure using df.info()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for missing Values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 to identify missing or null values in each column.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 no missing values in any column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duplicates rows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df.duplicated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().sum().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78D023-6CAD-47CB-B47D-A0A40E6F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202" y="1049917"/>
            <a:ext cx="4873418" cy="365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9B3D8-24F0-BFDD-F8CA-E6AACD40E032}"/>
              </a:ext>
            </a:extLst>
          </p:cNvPr>
          <p:cNvSpPr txBox="1"/>
          <p:nvPr/>
        </p:nvSpPr>
        <p:spPr>
          <a:xfrm>
            <a:off x="359124" y="1225689"/>
            <a:ext cx="591555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with KDE-Rating-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ratings are concentrated at 3.7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3.7 is the most common rating given* The ratings are between 3.4-4.0* Ratings 3.5 are less frequent.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with KDE-Reviews-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distribution ranges from 25k to 55k reviews , Here the Distribution is right skewed,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 significant spike near 55k reviews that means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Popular companies has high review 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with KDE-Salaries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Most companies have salaries in the range of 100k-450k and very few companies show high salaries , The Distribution is Right Skewed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with KDE-Interviews-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Companies have 2k-3k interview count ,   Larger companies record higher interviews showing greater candidate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size.   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C363DB-0D69-446A-A007-D38C9A001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022" y="354768"/>
            <a:ext cx="5126316" cy="27483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567B74-0FBA-407A-ABC5-500DF3524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022" y="3283085"/>
            <a:ext cx="5228846" cy="2752811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180640E-2EBC-4AC4-8B14-56965D88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D256A8-B315-42CF-BCC2-D43BBA44B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255" y="669187"/>
            <a:ext cx="6222463" cy="3162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379D52-C1F6-4A39-80FE-13FA9623C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75" y="3847433"/>
            <a:ext cx="5566280" cy="30026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80FC0-2C4A-44D7-9039-CF15BB88B3C0}"/>
              </a:ext>
            </a:extLst>
          </p:cNvPr>
          <p:cNvSpPr txBox="1"/>
          <p:nvPr/>
        </p:nvSpPr>
        <p:spPr>
          <a:xfrm>
            <a:off x="637395" y="969357"/>
            <a:ext cx="5001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bar represents a unique location </a:t>
            </a:r>
            <a:r>
              <a:rPr lang="en-US" dirty="0" err="1"/>
              <a:t>e.g</a:t>
            </a:r>
            <a:r>
              <a:rPr lang="en-US" dirty="0"/>
              <a:t>, Bengaluru+433 other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Height of each  bar shows how many rows in dataset have that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y-axis is labeled “count”-That’s the number of occurrences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x-axis lists all the location names . Since there are many and they’re </a:t>
            </a:r>
            <a:r>
              <a:rPr lang="en-US" dirty="0" err="1"/>
              <a:t>long,The</a:t>
            </a:r>
            <a:r>
              <a:rPr lang="en-US" dirty="0"/>
              <a:t> labels are rotated for readability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bars appear to be of qual height, meaning each location has approximately the same number of entries in your dataset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9D650-8583-4994-9ADD-F9B7697CAF1F}"/>
              </a:ext>
            </a:extLst>
          </p:cNvPr>
          <p:cNvSpPr txBox="1"/>
          <p:nvPr/>
        </p:nvSpPr>
        <p:spPr>
          <a:xfrm>
            <a:off x="6214078" y="4465768"/>
            <a:ext cx="5882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dataset is imbalanced-one category(IT Service &amp; Consulting)has significantly more data than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could affect analysis later if you’re comparing ratings ,salaries ,</a:t>
            </a:r>
            <a:r>
              <a:rPr lang="en-US" dirty="0" err="1"/>
              <a:t>etc</a:t>
            </a:r>
            <a:r>
              <a:rPr lang="en-US" dirty="0"/>
              <a:t> , by sector-because one group will dominate.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might consider grouping smaller sectors or taking samples to balance your data if needed.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5FCFC-0A79-4632-BFFE-FDA942591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313" y="1290823"/>
            <a:ext cx="7437687" cy="43309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944842-6824-4B54-9DB3-D2FCF7182F9C}"/>
              </a:ext>
            </a:extLst>
          </p:cNvPr>
          <p:cNvSpPr txBox="1"/>
          <p:nvPr/>
        </p:nvSpPr>
        <p:spPr>
          <a:xfrm>
            <a:off x="261983" y="1432560"/>
            <a:ext cx="52425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correlation heatmap shows the variable such as Salaries , Reviews , Interviews, and Benefits  are strongly interrelated-Indicating These features tend to increase together as company activity grows.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the other hand , Ratings have a moderate negative relationship with most of these factors , suggesting the more popular companies don’t always score higher in employee satisfaction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other Locations has little impact on most company performance or employee-related metrics.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reviews are associated with more salary benefits information-active companies tend to have rich employee data overall.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60227-9A70-45D7-BFDE-CE203B43E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0533"/>
            <a:ext cx="5972633" cy="3098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D1FF80-D0BA-4389-B428-0F4B3F5FA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5" y="3586082"/>
            <a:ext cx="6293507" cy="31239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15F037-FE26-450F-A2A5-9D26780A2F3C}"/>
              </a:ext>
            </a:extLst>
          </p:cNvPr>
          <p:cNvSpPr txBox="1"/>
          <p:nvPr/>
        </p:nvSpPr>
        <p:spPr>
          <a:xfrm>
            <a:off x="641756" y="1386046"/>
            <a:ext cx="52814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Accenture ,Wipro ,Cognizant , and TCS have the highest number of reviews, each close to 5.8-5.9 million.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Capgemini, HDFC Bank, and Infosys have slightly fewer , around 4.5-5 million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ICICI Bank, </a:t>
            </a:r>
            <a:r>
              <a:rPr lang="en-US" dirty="0" err="1"/>
              <a:t>HCLtech</a:t>
            </a:r>
            <a:r>
              <a:rPr lang="en-US" dirty="0"/>
              <a:t>, and Tech Mahindra have the lowest among the top 10,roughly 4-4.3 million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F6FF8-E639-48AE-92E5-D5B09666C919}"/>
              </a:ext>
            </a:extLst>
          </p:cNvPr>
          <p:cNvSpPr txBox="1"/>
          <p:nvPr/>
        </p:nvSpPr>
        <p:spPr>
          <a:xfrm>
            <a:off x="6990080" y="4064000"/>
            <a:ext cx="49778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Services &amp; Consulting offers the highest average salary by a large margin over 4 lakh.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Internet and banking sectors follow next with around 1.3-1.4 lakh average salaries.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BPO, Retail and Telecom industries have lower average </a:t>
            </a:r>
            <a:r>
              <a:rPr lang="en-IN" dirty="0" err="1"/>
              <a:t>salaries,ranging</a:t>
            </a:r>
            <a:r>
              <a:rPr lang="en-IN" dirty="0"/>
              <a:t> from 60k -83k.</a:t>
            </a:r>
          </a:p>
        </p:txBody>
      </p:sp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952FD-9727-4392-959E-FF7FF0D73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26" y="969357"/>
            <a:ext cx="5496060" cy="27952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F202BB-9904-417A-99C5-0C5524B8F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944" y="3429000"/>
            <a:ext cx="5129787" cy="27952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09594F-A686-478B-8263-AC2766E83036}"/>
              </a:ext>
            </a:extLst>
          </p:cNvPr>
          <p:cNvSpPr txBox="1"/>
          <p:nvPr/>
        </p:nvSpPr>
        <p:spPr>
          <a:xfrm flipH="1">
            <a:off x="6096000" y="1320800"/>
            <a:ext cx="58826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Accenture, </a:t>
            </a:r>
            <a:r>
              <a:rPr lang="en-IN" dirty="0" err="1"/>
              <a:t>Wipro,Infosys,and</a:t>
            </a:r>
            <a:r>
              <a:rPr lang="en-IN" dirty="0"/>
              <a:t> IBM have the highest job counts, each close to or above200,000 job openings.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Capgemini also show a large number of jobs ,slightly below the top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Amazon and TCS are in the mid-</a:t>
            </a:r>
            <a:r>
              <a:rPr lang="en-IN" dirty="0" err="1"/>
              <a:t>range,suggesting</a:t>
            </a:r>
            <a:r>
              <a:rPr lang="en-IN" dirty="0"/>
              <a:t> significant but comparatively fewer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Cognizant,Axis</a:t>
            </a:r>
            <a:r>
              <a:rPr lang="en-IN" dirty="0"/>
              <a:t> Bank, and Teleperformance have fewer openings but still make it to the top 10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D8896-E5AB-4481-BB45-EC39C2119B21}"/>
              </a:ext>
            </a:extLst>
          </p:cNvPr>
          <p:cNvSpPr txBox="1"/>
          <p:nvPr/>
        </p:nvSpPr>
        <p:spPr>
          <a:xfrm>
            <a:off x="670560" y="4367649"/>
            <a:ext cx="58826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Bengaluru has the highest number of job openings-nearly 1.2 million far more than any other 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Hyderabad and Mumbai follow with moderate job </a:t>
            </a:r>
            <a:r>
              <a:rPr lang="en-IN" dirty="0" err="1"/>
              <a:t>openings,around</a:t>
            </a:r>
            <a:r>
              <a:rPr lang="en-IN" dirty="0"/>
              <a:t> 400k and 130k respectively.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Chennai and Noida have relatively fewer </a:t>
            </a:r>
            <a:r>
              <a:rPr lang="en-IN" dirty="0" err="1"/>
              <a:t>jobs,below</a:t>
            </a:r>
            <a:r>
              <a:rPr lang="en-IN" dirty="0"/>
              <a:t> 100k</a:t>
            </a:r>
          </a:p>
        </p:txBody>
      </p:sp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90AFAD-9C77-43DF-B90F-6B281DCA67EF}"/>
              </a:ext>
            </a:extLst>
          </p:cNvPr>
          <p:cNvSpPr txBox="1"/>
          <p:nvPr/>
        </p:nvSpPr>
        <p:spPr>
          <a:xfrm>
            <a:off x="234388" y="187564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4FEBD0-54EF-41B5-B95C-C0EA0F241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21" y="1080645"/>
            <a:ext cx="7979238" cy="37730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43BCC4-B609-434B-ACFF-EADFBBAF2DC6}"/>
              </a:ext>
            </a:extLst>
          </p:cNvPr>
          <p:cNvSpPr txBox="1"/>
          <p:nvPr/>
        </p:nvSpPr>
        <p:spPr>
          <a:xfrm>
            <a:off x="435979" y="4853676"/>
            <a:ext cx="84070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Service &amp;Consulting clearly leads with Highest benefits(4.25 million)-far ahead of all other industries.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Banking comes second with 900k,followed by BPO and Internet sectors.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Telecom and Retail have the lowest benefit values, under 300k.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difference between IT Service &amp; Consulting and other industries is very </a:t>
            </a:r>
            <a:r>
              <a:rPr lang="en-IN" dirty="0" err="1"/>
              <a:t>largr</a:t>
            </a:r>
            <a:r>
              <a:rPr lang="en-IN" dirty="0"/>
              <a:t> showing it provides significantly better benefits to employees.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649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3319408"/>
            <a:ext cx="10826750" cy="909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AE0FD-021D-43B3-9930-F90142ABCD17}"/>
              </a:ext>
            </a:extLst>
          </p:cNvPr>
          <p:cNvSpPr txBox="1"/>
          <p:nvPr/>
        </p:nvSpPr>
        <p:spPr>
          <a:xfrm>
            <a:off x="2377440" y="5503808"/>
            <a:ext cx="9204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3C6C382-65E8-4F5C-B75C-2CE7D7B8F55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2625" y="1472748"/>
            <a:ext cx="107289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Ambition_Box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Scraping Project successfully extracted real-time data about companies,     including ratings, reviews, salaries, jobs, and benefits.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data cleaning and analysis, useful insights were obtained about top companies, popular sectors,         and job trends.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how web scraping and data analysis can help in understanding market patterns and employee preferences.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highlights the importance of automation in collecting large amounts of data efficiently.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this project shows how data-driven insights can support career decisions and business strategy.</a:t>
            </a: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88F87-09D6-310A-575A-399768B2B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64110" y="1945560"/>
            <a:ext cx="574708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webpage structures across seasons.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or mismatched match details.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duplicate and unclean data.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Overcoming request blocks and slow scraping.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most meaningful visuals for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BCB9A-F9F7-4699-BF88-33B8E961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076" y="252919"/>
            <a:ext cx="9577848" cy="53874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1058</Words>
  <Application>Microsoft Office PowerPoint</Application>
  <PresentationFormat>Widescreen</PresentationFormat>
  <Paragraphs>95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Times New Roman</vt:lpstr>
      <vt:lpstr>Calibri</vt:lpstr>
      <vt:lpstr>Arial</vt:lpstr>
      <vt:lpstr>Wingdings</vt:lpstr>
      <vt:lpstr>Office Theme</vt:lpstr>
      <vt:lpstr>PowerPoint Presentation</vt:lpstr>
      <vt:lpstr>Introduction:</vt:lpstr>
      <vt:lpstr>Objectives:</vt:lpstr>
      <vt:lpstr>Web Scraping:</vt:lpstr>
      <vt:lpstr>Tools Used:</vt:lpstr>
      <vt:lpstr>Data Cleaning Steps:</vt:lpstr>
      <vt:lpstr>Data Visualization:</vt:lpstr>
      <vt:lpstr>Data Visualization:</vt:lpstr>
      <vt:lpstr>Data Visualization:</vt:lpstr>
      <vt:lpstr>Data Visualization:</vt:lpstr>
      <vt:lpstr>Data Visualization:</vt:lpstr>
      <vt:lpstr>PowerPoint Presentation</vt:lpstr>
      <vt:lpstr>Conclusion: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Anusha Anthati</cp:lastModifiedBy>
  <cp:revision>79</cp:revision>
  <dcterms:created xsi:type="dcterms:W3CDTF">2021-02-16T05:19:01Z</dcterms:created>
  <dcterms:modified xsi:type="dcterms:W3CDTF">2025-11-08T03:41:26Z</dcterms:modified>
</cp:coreProperties>
</file>